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TalentMind AI — Candidate Ranking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Hybrid recruiter intelligence with Gemini, FAISS search, explainability, and dashboard export.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Hiring teams struggle to rank candidates consistently and quickly.</a:t>
            </a:r>
          </a:p>
          <a:p>
            <a:pPr>
              <a:defRPr sz="1800"/>
            </a:pPr>
            <a:r>
              <a:t>Traditional ATS systems prioritize resumes, not candidate fit signals.</a:t>
            </a:r>
          </a:p>
          <a:p>
            <a:pPr>
              <a:defRPr sz="1800"/>
            </a:pPr>
            <a:r>
              <a:t>Need an AI-first recruiter assistant that is explainable and fast.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ATS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Keyword matching misses candidate intent and skill relevance.</a:t>
            </a:r>
          </a:p>
          <a:p>
            <a:pPr>
              <a:defRPr sz="1800"/>
            </a:pPr>
            <a:r>
              <a:t>Little to no insight into candidate behaviors or recruiter fit.</a:t>
            </a:r>
          </a:p>
          <a:p>
            <a:pPr>
              <a:defRPr sz="1800"/>
            </a:pPr>
            <a:r>
              <a:t>Ranking is rarely explainable or semantically aware.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 hybrid ranking platform combining embeddings, skills, experience, and LLM recruiter signals.</a:t>
            </a:r>
          </a:p>
          <a:p>
            <a:pPr>
              <a:defRPr sz="1800"/>
            </a:pPr>
            <a:r>
              <a:t>End-to-end dashboard with job understanding, candidate explainability, and exports.</a:t>
            </a:r>
          </a:p>
          <a:p>
            <a:pPr>
              <a:defRPr sz="1800"/>
            </a:pPr>
            <a:r>
              <a:t>Fallback logic keeps the system robust when Gemini is unavailable.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React dashboard communicates with Django REST APIs.</a:t>
            </a:r>
          </a:p>
          <a:p>
            <a:pPr>
              <a:defRPr sz="1800"/>
            </a:pPr>
            <a:r>
              <a:t>Backend computes embeddings, ranking, and Gemini recruiter analysis.</a:t>
            </a:r>
          </a:p>
          <a:p>
            <a:pPr>
              <a:defRPr sz="1800"/>
            </a:pPr>
            <a:r>
              <a:t>Results are exported to CSV and submission-ready formats.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Job description analysis produces structured required skills and behavioral themes.</a:t>
            </a:r>
          </a:p>
          <a:p>
            <a:pPr>
              <a:defRPr sz="1800"/>
            </a:pPr>
            <a:r>
              <a:t>Candidate profiles are embedded for semantic matching.</a:t>
            </a:r>
          </a:p>
          <a:p>
            <a:pPr>
              <a:defRPr sz="1800"/>
            </a:pPr>
            <a:r>
              <a:t>Scores are combined through a weighted hybrid formula.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Job Understanding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Extracts key skills, experience focus, and behavioral expectations.</a:t>
            </a:r>
          </a:p>
          <a:p>
            <a:pPr>
              <a:defRPr sz="1800"/>
            </a:pPr>
            <a:r>
              <a:t>Supports recruiter input through structured JD analysis.</a:t>
            </a:r>
          </a:p>
          <a:p>
            <a:pPr>
              <a:defRPr sz="1800"/>
            </a:pPr>
            <a:r>
              <a:t>Feeds downstream ranking and explainability layers.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Search + FAISS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Candidate embeddings are indexed for fast nearest-neighbor retrieval.</a:t>
            </a:r>
          </a:p>
          <a:p>
            <a:pPr>
              <a:defRPr sz="1800"/>
            </a:pPr>
            <a:r>
              <a:t>Semantic score captures intent and overall resume fit.</a:t>
            </a:r>
          </a:p>
          <a:p>
            <a:pPr>
              <a:defRPr sz="1800"/>
            </a:pPr>
            <a:r>
              <a:t>FAISS enables scalable similarity search in production.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 Intelligence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Matches required skills against candidate skill profiles.</a:t>
            </a:r>
          </a:p>
          <a:p>
            <a:pPr>
              <a:defRPr sz="1800"/>
            </a:pPr>
            <a:r>
              <a:t>Generates strengths and gap detection.</a:t>
            </a:r>
          </a:p>
          <a:p>
            <a:pPr>
              <a:defRPr sz="1800"/>
            </a:pPr>
            <a:r>
              <a:t>Contributes to explainable role fit scoring.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Experience Intelligence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Evaluates years of experience and career trajectory.</a:t>
            </a:r>
          </a:p>
          <a:p>
            <a:pPr>
              <a:defRPr sz="1800"/>
            </a:pPr>
            <a:r>
              <a:t>Looks for stability, growth, and role alignment.</a:t>
            </a:r>
          </a:p>
          <a:p>
            <a:pPr>
              <a:defRPr sz="1800"/>
            </a:pPr>
            <a:r>
              <a:t>Provides experience-specific explainability text.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Behavioral Intelligence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Assesses recruitability signals like response and completion rates.</a:t>
            </a:r>
          </a:p>
          <a:p>
            <a:pPr>
              <a:defRPr sz="1800"/>
            </a:pPr>
            <a:r>
              <a:t>Captures open-to-work status and profile completeness.</a:t>
            </a:r>
          </a:p>
          <a:p>
            <a:pPr>
              <a:defRPr sz="1800"/>
            </a:pPr>
            <a:r>
              <a:t>Improves ranking with practical hiring readiness metrics.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Gemini Recruiter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Invokes Gemini for qualitative recruiter analysis.</a:t>
            </a:r>
          </a:p>
          <a:p>
            <a:pPr>
              <a:defRPr sz="1800"/>
            </a:pPr>
            <a:r>
              <a:t>Produces an LLM fit score, recommendation, strengths, weaknesses, and summary.</a:t>
            </a:r>
          </a:p>
          <a:p>
            <a:pPr>
              <a:defRPr sz="1800"/>
            </a:pPr>
            <a:r>
              <a:t>Falls back to deterministic logic when Gemini is unavailable.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Ranking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final_score = 0.35*semantic + 0.25*skill + 0.15*experience + 0.15*recruitability + 0.10*llm.</a:t>
            </a:r>
          </a:p>
          <a:p>
            <a:pPr>
              <a:defRPr sz="1800"/>
            </a:pPr>
            <a:r>
              <a:t>Combines structured and generative signals for balanced ranking.</a:t>
            </a:r>
          </a:p>
          <a:p>
            <a:pPr>
              <a:defRPr sz="1800"/>
            </a:pPr>
            <a:r>
              <a:t>Supports explainable decisions at each scoring stage.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Each candidate receives semantic, skill, experience, behavioral, and Gemini explanations.</a:t>
            </a:r>
          </a:p>
          <a:p>
            <a:pPr>
              <a:defRPr sz="1800"/>
            </a:pPr>
            <a:r>
              <a:t>Strengths, weaknesses, and missing skills are surfaced.</a:t>
            </a:r>
          </a:p>
          <a:p>
            <a:pPr>
              <a:defRPr sz="1800"/>
            </a:pPr>
            <a:r>
              <a:t>Enables recruiter trust and fast shortlist decisions.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Home</a:t>
            </a:r>
          </a:p>
        </p:txBody>
      </p:sp>
      <p:pic>
        <p:nvPicPr>
          <p:cNvPr id="3" name="Picture 2" descr="dashboard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90354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Ranked</a:t>
            </a:r>
          </a:p>
        </p:txBody>
      </p:sp>
      <p:pic>
        <p:nvPicPr>
          <p:cNvPr id="3" name="Picture 2" descr="dashboard_ran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92640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Generated submission-ready ranked outputs and candidate explainability data.</a:t>
            </a:r>
          </a:p>
          <a:p>
            <a:pPr>
              <a:defRPr sz="1800"/>
            </a:pPr>
            <a:r>
              <a:t>Automation script creates the final submission package and screenshots.</a:t>
            </a:r>
          </a:p>
          <a:p>
            <a:pPr>
              <a:defRPr sz="1800"/>
            </a:pPr>
            <a:r>
              <a:t>Demonstrated a robust fallback for Gemini API availability.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Add enterprise-grade persona and diversity-aware ranking.</a:t>
            </a:r>
          </a:p>
          <a:p>
            <a:pPr>
              <a:defRPr sz="1800"/>
            </a:pPr>
            <a:r>
              <a:t>Extend candidate sourcing with resume parsing and ATS ingestion.</a:t>
            </a:r>
          </a:p>
          <a:p>
            <a:pPr>
              <a:defRPr sz="1800"/>
            </a:pPr>
            <a:r>
              <a:t>Build a multi-user role-based dashboard and interview insights.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